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Strategy &amp; Precision Vector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MODEL CONTEXT PROTOCOL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1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MCP &amp; Precision Vector Synthesis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86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Multi-Tenant, Zero-Lag Execution Architecture Connecting Real-Time Vector Graphics with Global LLM Intelligence.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Master Editor Studio &amp;bull; Precision Vector Synthesis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Strategy &amp; Precision Vector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BENCHMARKS &amp;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1,240 tx/s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SHA-256 state hashing with sub-millisecond atomic memory commit.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Isolated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Multi-session Streamable HTTP routing eliminates session collision risks.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10312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D3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FIDELITY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±0.00 pt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3816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rasterization loss across normalized 72 DPI PDF point transforms.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217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Master Editor Studio &amp;bull; Precision Vector Synthesis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Strategy &amp; Precision Vector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HORIZONS &amp;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CD3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MULTI-AGENT AUTONOMY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Cross-IDE Synchronized Tool Calling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Claude Code, Cursor Cascade, Windsurf, and ChatGPT to a single unified live canvas state with real-time optimistic locking.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DE7DF"/>
          </a:solidFill>
          <a:ln w="12700">
            <a:solidFill>
              <a:srgbClr val="DC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GLOBAL CLOUD SCALE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Vector Streaming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34747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real-time CRDT vector canvas updates broadcasted to thousands of viewers with instant sub-millisecond PDF/PPTX compilation.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217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6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Master Editor Studio &amp;bull; Precision Vector Synthesis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2026-10-14T17:49:25Z</dcterms:created>
  <dcterms:modified xsi:type="dcterms:W3CDTF">2026-10-14T17:49:25Z</dcterms:modified>
</cp:coreProperties>
</file>